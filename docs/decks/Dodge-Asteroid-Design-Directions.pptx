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pass was competent and completely generic. These are three ways out of that, on genuinely different axes.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meteors were already right. The chrome had to join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Chosen and shipped. The logo is stroked with paint-order rather than stacked shadows, which ghost into a doubled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Offering only one polished option and two throwaways would have been a rigged vote, so each got an honest case and an honest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store cards are generated by a script that plays the game, so they cannot drift from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1097280"/>
            <a:ext cx="914400" cy="914400"/>
          </a:xfrm>
          <a:prstGeom prst="ellipse">
            <a:avLst/>
          </a:prstGeom>
          <a:solidFill>
            <a:srgbClr val="FF5FB4"/>
          </a:solidFill>
          <a:ln w="25400">
            <a:solidFill>
              <a:srgbClr val="0A06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65408" y="2761488"/>
            <a:ext cx="512064" cy="512064"/>
          </a:xfrm>
          <a:prstGeom prst="ellipse">
            <a:avLst/>
          </a:prstGeom>
          <a:solidFill>
            <a:srgbClr val="4FF0FF"/>
          </a:solidFill>
          <a:ln w="25400">
            <a:solidFill>
              <a:srgbClr val="0A06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3931920"/>
            <a:ext cx="365760" cy="365760"/>
          </a:xfrm>
          <a:prstGeom prst="ellipse">
            <a:avLst/>
          </a:prstGeom>
          <a:solidFill>
            <a:srgbClr val="8FCF2F"/>
          </a:solidFill>
          <a:ln w="25400">
            <a:solidFill>
              <a:srgbClr val="0A06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look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directions for the Dodge Asteroid interface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pass was 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cyan on near-black. It is the default setting for every space game, which is exactly why it reads as nothing in particular.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7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 had already solved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meteors are drawn as glossy rocks with thick dark outlines. The chrome was ignoring that language entirely, so the interface and the art looked like two different products.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50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Brief: make it read as a polished arcade game, not a code demo.</a:t>
            </a:r>
            <a:endParaRPr lang="en-US" sz="1500" dirty="0"/>
          </a:p>
        </p:txBody>
      </p:sp>
      <p:pic>
        <p:nvPicPr>
          <p:cNvPr id="7" name="Image 0" descr="/home/user/Dodge-Asteroid/docs/game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80160"/>
            <a:ext cx="42062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Sticker Arcade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2792A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outlines, warm cream panels, hard offset shadows so controls have visible thickness and a real press. Cream on deep purple, rather than more neon on black.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speaks the meteors’ own language, so the chrome and the art become one piece instead of two competing ones.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tradeoff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983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and playful sets a tone. It would be the wrong choice for something that wanted to read as serious or technical.</a:t>
            </a:r>
            <a:endParaRPr lang="en-US" sz="1400" dirty="0"/>
          </a:p>
        </p:txBody>
      </p:sp>
      <p:pic>
        <p:nvPicPr>
          <p:cNvPr id="10" name="Image 0" descr="/home/user/Dodge-Asteroid/docs/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34440"/>
            <a:ext cx="3072384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0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it beat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0A0620"/>
          </a:solidFill>
          <a:ln w="25400">
            <a:solidFill>
              <a:srgbClr val="8FC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C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Arcade cabinet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1031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 green, scanlines, a bezel, pixel type, "insert coin".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971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A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3291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identity, and it leans into the 1979 heritage.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4114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4434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nostalgia does most of the work, and it dates the piece on purpose.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0A0620"/>
          </a:solidFill>
          <a:ln w="25400">
            <a:solidFill>
              <a:srgbClr val="4F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Instrument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29400" y="21031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rules, orbital telemetry, one hot accent, technical type.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2971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A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3291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Sleek and grown-up; the most restrained of the three.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4114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4434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the original problem — quiet reads as generic.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kept deliberately low-fidelity. They existed to make the choice real, not to be finished work.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</a:t>
            </a:r>
            <a:endParaRPr lang="en-US" sz="3800" dirty="0"/>
          </a:p>
        </p:txBody>
      </p:sp>
      <p:pic>
        <p:nvPicPr>
          <p:cNvPr id="3" name="Image 0" descr="/home/user/Dodge-Asteroid/docs/store/stor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2779776" cy="4937760"/>
          </a:xfrm>
          <a:prstGeom prst="rect">
            <a:avLst/>
          </a:prstGeom>
        </p:spPr>
      </p:pic>
      <p:pic>
        <p:nvPicPr>
          <p:cNvPr id="4" name="Image 1" descr="/home/user/Dodge-Asteroid/docs/store/store-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234440"/>
            <a:ext cx="2779776" cy="49377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949440" y="1499616"/>
            <a:ext cx="274320" cy="274320"/>
          </a:xfrm>
          <a:prstGeom prst="ellipse">
            <a:avLst/>
          </a:prstGeom>
          <a:solidFill>
            <a:srgbClr val="F2792A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406640" y="14630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matches the art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406640" y="1828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outlines and cream panels, the same language as the meteors.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949440" y="2688336"/>
            <a:ext cx="274320" cy="274320"/>
          </a:xfrm>
          <a:prstGeom prst="ellipse">
            <a:avLst/>
          </a:prstGeom>
          <a:solidFill>
            <a:srgbClr val="FF5FB4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406640" y="2651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 have thickness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406640" y="3017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offset lower layer the press sinks into, not a flat rectangle.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949440" y="3877056"/>
            <a:ext cx="274320" cy="274320"/>
          </a:xfrm>
          <a:prstGeom prst="ellipse">
            <a:avLst/>
          </a:prstGeom>
          <a:solidFill>
            <a:srgbClr val="4FF0FF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06640" y="38404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 is the play field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406640" y="4206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in JS, because a percentage max-height leaves dead bands on tall phones.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949440" y="5065776"/>
            <a:ext cx="274320" cy="274320"/>
          </a:xfrm>
          <a:prstGeom prst="ellipse">
            <a:avLst/>
          </a:prstGeom>
          <a:solidFill>
            <a:srgbClr val="8FCF2F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06640" y="50292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title screen plays itself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406640" y="5394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Meteors drift behind the menu using the real spawner.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2026-08-25T11:37:28Z</dcterms:created>
  <dcterms:modified xsi:type="dcterms:W3CDTF">2026-08-25T11:37:28Z</dcterms:modified>
</cp:coreProperties>
</file>